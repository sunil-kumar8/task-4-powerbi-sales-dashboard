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1.png"/><Relationship Id="rId7" Type="http://schemas.openxmlformats.org/officeDocument/2006/relationships/image" Target="../media/image-4-1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6232E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1F313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3520440"/>
            <a:ext cx="1005840" cy="54864"/>
          </a:xfrm>
          <a:prstGeom prst="rect">
            <a:avLst/>
          </a:prstGeom>
          <a:solidFill>
            <a:srgbClr val="2EBA9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03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Internship Task 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Sunil Kumar</a:t>
            </a:r>
            <a:endParaRPr lang="en-US" sz="1400" dirty="0"/>
          </a:p>
        </p:txBody>
      </p:sp>
      <p:pic>
        <p:nvPicPr>
          <p:cNvPr id="9" name="Image 0" descr="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34440"/>
            <a:ext cx="5394960" cy="30358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43434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Performance Dashboard — built in Power BI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10881360" cy="3749040"/>
          </a:xfrm>
          <a:prstGeom prst="roundRect">
            <a:avLst>
              <a:gd name="adj" fmla="val 2927"/>
            </a:avLst>
          </a:prstGeom>
          <a:solidFill>
            <a:srgbClr val="1F313F"/>
          </a:solidFill>
          <a:ln/>
        </p:spPr>
      </p:sp>
      <p:pic>
        <p:nvPicPr>
          <p:cNvPr id="5" name="Image 0" descr="icons/bullsey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77440" y="2286000"/>
            <a:ext cx="8686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of this project is to design an interactive Power BI dashboard that enables business stakeholders to monitor sales, profit, customer segments, regional performance, and product trends for data-driven decision making.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F313F"/>
          </a:solidFill>
          <a:ln/>
        </p:spPr>
      </p:sp>
      <p:pic>
        <p:nvPicPr>
          <p:cNvPr id="5" name="Image 0" descr="icons/databa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37360" y="22677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Superstore Dataset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2880360"/>
            <a:ext cx="4343400" cy="0"/>
          </a:xfrm>
          <a:prstGeom prst="line">
            <a:avLst/>
          </a:prstGeom>
          <a:noFill/>
          <a:ln w="12700">
            <a:solidFill>
              <a:srgbClr val="3449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017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60120" y="3931920"/>
            <a:ext cx="4343400" cy="0"/>
          </a:xfrm>
          <a:prstGeom prst="line">
            <a:avLst/>
          </a:prstGeom>
          <a:noFill/>
          <a:ln w="12700">
            <a:solidFill>
              <a:srgbClr val="3449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4361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 records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0120" y="4983480"/>
            <a:ext cx="4343400" cy="0"/>
          </a:xfrm>
          <a:prstGeom prst="line">
            <a:avLst/>
          </a:prstGeom>
          <a:noFill/>
          <a:ln w="12700">
            <a:solidFill>
              <a:srgbClr val="3449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0120" y="512064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60120" y="54132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 &amp; performance analysis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85216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852160" y="21031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19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26771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19088" y="21031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9555480" y="21031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22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226771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122408" y="21031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852160" y="2898648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25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063240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19088" y="28986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9555480" y="2898648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28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06324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122408" y="28986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5852160" y="3694176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31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85876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19088" y="369417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9555480" y="3694176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34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3858768"/>
            <a:ext cx="329184" cy="32918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0122408" y="369417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50" dirty="0"/>
          </a:p>
        </p:txBody>
      </p:sp>
      <p:sp>
        <p:nvSpPr>
          <p:cNvPr id="36" name="Shape 27"/>
          <p:cNvSpPr/>
          <p:nvPr/>
        </p:nvSpPr>
        <p:spPr>
          <a:xfrm>
            <a:off x="5852160" y="4489704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37" name="Image 7" descr="icons/check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4654296"/>
            <a:ext cx="329184" cy="32918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419088" y="448970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50" dirty="0"/>
          </a:p>
        </p:txBody>
      </p:sp>
      <p:sp>
        <p:nvSpPr>
          <p:cNvPr id="39" name="Shape 29"/>
          <p:cNvSpPr/>
          <p:nvPr/>
        </p:nvSpPr>
        <p:spPr>
          <a:xfrm>
            <a:off x="9555480" y="4489704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40" name="Image 8" descr="icons/check_te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2640" y="4654296"/>
            <a:ext cx="329184" cy="32918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10122408" y="448970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42" name="Shape 31"/>
          <p:cNvSpPr/>
          <p:nvPr/>
        </p:nvSpPr>
        <p:spPr>
          <a:xfrm>
            <a:off x="5852160" y="528523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1D2E3B"/>
          </a:solidFill>
          <a:ln/>
        </p:spPr>
      </p:sp>
      <p:pic>
        <p:nvPicPr>
          <p:cNvPr id="43" name="Image 9" descr="icons/check_te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9320" y="5449824"/>
            <a:ext cx="329184" cy="32918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419088" y="528523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</a:t>
            </a:r>
            <a:endParaRPr lang="en-US" sz="1350" dirty="0"/>
          </a:p>
        </p:txBody>
      </p:sp>
      <p:sp>
        <p:nvSpPr>
          <p:cNvPr id="4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4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pic>
        <p:nvPicPr>
          <p:cNvPr id="4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19072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91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into Power BI</a:t>
            </a:r>
            <a:endParaRPr lang="en-US" sz="1500" dirty="0"/>
          </a:p>
        </p:txBody>
      </p:sp>
      <p:pic>
        <p:nvPicPr>
          <p:cNvPr id="6" name="Image 1" descr="icons/chec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310896" cy="3108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258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</a:t>
            </a:r>
            <a:endParaRPr lang="en-US" sz="1500" dirty="0"/>
          </a:p>
        </p:txBody>
      </p:sp>
      <p:pic>
        <p:nvPicPr>
          <p:cNvPr id="8" name="Image 2" descr="icons/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2928"/>
            <a:ext cx="310896" cy="3108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8254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fields</a:t>
            </a:r>
            <a:endParaRPr lang="en-US" sz="1500" dirty="0"/>
          </a:p>
        </p:txBody>
      </p:sp>
      <p:pic>
        <p:nvPicPr>
          <p:cNvPr id="10" name="Image 3" descr="icons/che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19856"/>
            <a:ext cx="310896" cy="3108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33924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 Cards</a:t>
            </a:r>
            <a:endParaRPr lang="en-US" sz="1500" dirty="0"/>
          </a:p>
        </p:txBody>
      </p:sp>
      <p:pic>
        <p:nvPicPr>
          <p:cNvPr id="12" name="Image 4" descr="icons/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86784"/>
            <a:ext cx="310896" cy="31089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9593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Time-Series Analysis</a:t>
            </a:r>
            <a:endParaRPr lang="en-US" sz="1500" dirty="0"/>
          </a:p>
        </p:txBody>
      </p:sp>
      <p:pic>
        <p:nvPicPr>
          <p:cNvPr id="14" name="Image 5" descr="icons/check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553712"/>
            <a:ext cx="310896" cy="31089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4526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Interactive Slicers</a:t>
            </a:r>
            <a:endParaRPr lang="en-US" sz="1500" dirty="0"/>
          </a:p>
        </p:txBody>
      </p:sp>
      <p:pic>
        <p:nvPicPr>
          <p:cNvPr id="16" name="Image 6" descr="icons/check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120640"/>
            <a:ext cx="310896" cy="31089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43000" y="50932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Professional Dashboard</a:t>
            </a:r>
            <a:endParaRPr lang="en-US" sz="1500" dirty="0"/>
          </a:p>
        </p:txBody>
      </p:sp>
      <p:sp>
        <p:nvSpPr>
          <p:cNvPr id="18" name="Shape 9"/>
          <p:cNvSpPr/>
          <p:nvPr/>
        </p:nvSpPr>
        <p:spPr>
          <a:xfrm>
            <a:off x="5806440" y="1691640"/>
            <a:ext cx="5715000" cy="4434840"/>
          </a:xfrm>
          <a:prstGeom prst="roundRect">
            <a:avLst>
              <a:gd name="adj" fmla="val 2062"/>
            </a:avLst>
          </a:prstGeom>
          <a:solidFill>
            <a:srgbClr val="1F313F"/>
          </a:solidFill>
          <a:ln/>
        </p:spPr>
      </p:sp>
      <p:sp>
        <p:nvSpPr>
          <p:cNvPr id="19" name="Text 10"/>
          <p:cNvSpPr/>
          <p:nvPr/>
        </p:nvSpPr>
        <p:spPr>
          <a:xfrm>
            <a:off x="6035040" y="1828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B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DAX Measures in Power BI</a:t>
            </a:r>
            <a:endParaRPr lang="en-US" sz="1250" dirty="0"/>
          </a:p>
        </p:txBody>
      </p:sp>
      <p:pic>
        <p:nvPicPr>
          <p:cNvPr id="20" name="Image 7" descr="measure_screensho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194560"/>
            <a:ext cx="5257800" cy="37947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Components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78992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6949440" cy="4892040"/>
          </a:xfrm>
          <a:prstGeom prst="roundRect">
            <a:avLst>
              <a:gd name="adj" fmla="val 1869"/>
            </a:avLst>
          </a:prstGeom>
          <a:solidFill>
            <a:srgbClr val="1F313F"/>
          </a:solidFill>
          <a:ln/>
        </p:spPr>
      </p:sp>
      <p:pic>
        <p:nvPicPr>
          <p:cNvPr id="5" name="Image 0" descr="dashboard_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6492240" cy="3648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3492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Sales Performance Dashboard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63840" y="141732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8" name="Image 1" descr="icons/chartbar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53619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30768" y="1417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863840" y="2075688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11" name="Image 2" descr="icons/chartbar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19456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430768" y="20756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863840" y="2734056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14" name="Image 3" descr="icons/chartbar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85292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30768" y="273405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Category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863840" y="3392424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17" name="Image 4" descr="icons/chartbar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3511296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30768" y="3392424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Analysis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7863840" y="4050792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20" name="Image 5" descr="icons/chartbar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169664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430768" y="405079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 Analysis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7863840" y="4709160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23" name="Image 6" descr="icons/chartbar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828032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430768" y="47091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7863840" y="5367528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26" name="Image 7" descr="icons/chartbar_oran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5486400"/>
            <a:ext cx="310896" cy="31089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430768" y="5367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7863840" y="6025896"/>
            <a:ext cx="3703320" cy="548640"/>
          </a:xfrm>
          <a:prstGeom prst="roundRect">
            <a:avLst>
              <a:gd name="adj" fmla="val 13333"/>
            </a:avLst>
          </a:prstGeom>
          <a:solidFill>
            <a:srgbClr val="1D2E3B"/>
          </a:solidFill>
          <a:ln/>
        </p:spPr>
      </p:sp>
      <p:pic>
        <p:nvPicPr>
          <p:cNvPr id="29" name="Image 8" descr="icons/chartbar_or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6144768"/>
            <a:ext cx="310896" cy="31089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430768" y="602589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300" dirty="0"/>
          </a:p>
        </p:txBody>
      </p:sp>
      <p:sp>
        <p:nvSpPr>
          <p:cNvPr id="31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5" name="Image 0" descr="icons/chartlin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generated the highest sales.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53288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8" name="Image 1" descr="icons/users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70048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328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 contributed the highest revenue.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37413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11" name="Image 2" descr="icons/glob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11296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374136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showed strong performance.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42153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14" name="Image 3" descr="icons/box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52544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21538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contributed significantly to total sales.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505663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17" name="Image 4" descr="icons/arrowup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93792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505663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improved during later months.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916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5" name="Image 0" descr="icons/bullhor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high-performing customer segments.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53288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8" name="Image 1" descr="icons/warehouse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70048"/>
            <a:ext cx="438912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532888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in strong-performing regions.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37413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11" name="Image 2" descr="icons/box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11296"/>
            <a:ext cx="438912" cy="4389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374136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best-selling products.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42153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14" name="Image 3" descr="icons/eye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52544"/>
            <a:ext cx="438912" cy="4389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4215384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low-profit categories.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505663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1F313F"/>
          </a:solidFill>
          <a:ln/>
        </p:spPr>
      </p:sp>
      <p:pic>
        <p:nvPicPr>
          <p:cNvPr id="17" name="Image 4" descr="icons/tasks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193792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00200" y="5056632"/>
            <a:ext cx="9692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dashboard insights for strategic decisions.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822960" cy="45720"/>
          </a:xfrm>
          <a:prstGeom prst="rect">
            <a:avLst/>
          </a:prstGeom>
          <a:solidFill>
            <a:srgbClr val="E885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0020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1F313F"/>
          </a:solidFill>
          <a:ln/>
        </p:spPr>
      </p:sp>
      <p:pic>
        <p:nvPicPr>
          <p:cNvPr id="5" name="Image 0" descr="icons/clipboar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691640"/>
            <a:ext cx="9326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successfully transforms raw sales data into meaningful business insights through interactive visualizations, KPI tracking, and filtering.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0080" y="3429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886200"/>
            <a:ext cx="1307592" cy="502920"/>
          </a:xfrm>
          <a:prstGeom prst="roundRect">
            <a:avLst>
              <a:gd name="adj" fmla="val 50909"/>
            </a:avLst>
          </a:prstGeom>
          <a:solidFill>
            <a:srgbClr val="1D2E3B"/>
          </a:solidFill>
          <a:ln w="12700">
            <a:solidFill>
              <a:srgbClr val="2EBA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886200"/>
            <a:ext cx="1307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130552" y="3886200"/>
            <a:ext cx="1609344" cy="502920"/>
          </a:xfrm>
          <a:prstGeom prst="roundRect">
            <a:avLst>
              <a:gd name="adj" fmla="val 50909"/>
            </a:avLst>
          </a:prstGeom>
          <a:solidFill>
            <a:srgbClr val="1D2E3B"/>
          </a:solidFill>
          <a:ln w="12700">
            <a:solidFill>
              <a:srgbClr val="2EBA9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0552" y="3886200"/>
            <a:ext cx="16093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922776" y="3886200"/>
            <a:ext cx="2313432" cy="502920"/>
          </a:xfrm>
          <a:prstGeom prst="roundRect">
            <a:avLst>
              <a:gd name="adj" fmla="val 50909"/>
            </a:avLst>
          </a:prstGeom>
          <a:solidFill>
            <a:srgbClr val="1D2E3B"/>
          </a:solidFill>
          <a:ln w="12700">
            <a:solidFill>
              <a:srgbClr val="2EBA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22776" y="3886200"/>
            <a:ext cx="2313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19088" y="3886200"/>
            <a:ext cx="2112264" cy="502920"/>
          </a:xfrm>
          <a:prstGeom prst="roundRect">
            <a:avLst>
              <a:gd name="adj" fmla="val 50909"/>
            </a:avLst>
          </a:prstGeom>
          <a:solidFill>
            <a:srgbClr val="1D2E3B"/>
          </a:solidFill>
          <a:ln w="12700">
            <a:solidFill>
              <a:srgbClr val="2EBA9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9088" y="3886200"/>
            <a:ext cx="2112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714232" y="3886200"/>
            <a:ext cx="2615184" cy="502920"/>
          </a:xfrm>
          <a:prstGeom prst="roundRect">
            <a:avLst>
              <a:gd name="adj" fmla="val 50909"/>
            </a:avLst>
          </a:prstGeom>
          <a:solidFill>
            <a:srgbClr val="1D2E3B"/>
          </a:solidFill>
          <a:ln w="12700">
            <a:solidFill>
              <a:srgbClr val="2EBA9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14232" y="3886200"/>
            <a:ext cx="26151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Dashboard  |  Power BI Internship Task 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2026-07-29T08:34:47Z</dcterms:created>
  <dcterms:modified xsi:type="dcterms:W3CDTF">2026-07-29T08:34:47Z</dcterms:modified>
</cp:coreProperties>
</file>